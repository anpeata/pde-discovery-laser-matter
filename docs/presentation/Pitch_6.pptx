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5c5f164b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5c5f164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5c5f164b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5c5f164b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5c5f164b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5c5f164b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5c5f164b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5c5f164b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5c5f164b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5c5f164b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Pitch_6_page-00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2"/>
            <a:ext cx="9144000" cy="5142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Pitch_6_page-000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2"/>
            <a:ext cx="9144000" cy="5142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 title="Pitch_6_page-000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2"/>
            <a:ext cx="9144000" cy="5142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 title="Pitch_6_page-000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2"/>
            <a:ext cx="9144000" cy="5142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 title="Pitch_6_page-000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2"/>
            <a:ext cx="9144000" cy="5142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 title="Pitch_6_page-000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2"/>
            <a:ext cx="9144000" cy="5142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